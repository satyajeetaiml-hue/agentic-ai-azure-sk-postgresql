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'agentic-ai-azure-sk-postgresql' — Companion · Semantic Kernel + Azure PostgreSQL.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Back an SK agent skill with a relational database</a:t>
            </a:r>
          </a:p>
          <a:p>
            <a:r>
              <a:t>- Expose a native @kernel_function that reads orders</a:t>
            </a:r>
          </a:p>
          <a:p>
            <a:r>
              <a:t>- Run offline; swap to Azure PostgreSQL via one env var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Orders Assistant</a:t>
            </a:r>
          </a:p>
          <a:p>
            <a:r>
              <a:t>- Answers 'where is my order ORD-1001?'</a:t>
            </a:r>
          </a:p>
          <a:p>
            <a:r>
              <a:t>- Plugin reads an orders table (status, customer, total)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Extract the order id from the question</a:t>
            </a:r>
          </a:p>
          <a:p>
            <a:r>
              <a:t>- kernel.invoke OrdersPlugin.get_order_status</a:t>
            </a:r>
          </a:p>
          <a:p>
            <a:r>
              <a:t>- Mock: in-memory table | Postgres: SELECT via psycopg</a:t>
            </a:r>
          </a:p>
          <a:p>
            <a:r>
              <a:t>- Return a natural-language status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@kernel_function + KernelArguments</a:t>
            </a:r>
          </a:p>
          <a:p>
            <a:r>
              <a:t>- Data accessor branches mock vs psycopg</a:t>
            </a:r>
          </a:p>
          <a:p>
            <a:r>
              <a:t>- POSTGRES_CONNECTION_STRING toggles the backend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git clone the repo, then open it in VS Code</a:t>
            </a:r>
          </a:p>
          <a:p>
            <a:r>
              <a:t>- python -m venv .venv  →  activate it</a:t>
            </a:r>
          </a:p>
          <a:p>
            <a:r>
              <a:t>- pip install -r requirements.txt</a:t>
            </a:r>
          </a:p>
          <a:p>
            <a:r>
              <a:t>- uvicorn app.main:app --reload</a:t>
            </a:r>
          </a:p>
          <a:p>
            <a:r>
              <a:t>- Open /docs and call  POST /api/v1/orders/ask</a:t>
            </a:r>
          </a:p>
          <a:p>
            <a:r>
              <a:t>- Runs in MOCK mode — no Azure/keys needed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SK plugins are a clean seam to your data</a:t>
            </a:r>
          </a:p>
          <a:p>
            <a:r>
              <a:t>- Keep SQL in the plugin, not the agent</a:t>
            </a:r>
          </a:p>
          <a:p>
            <a:r>
              <a:t>- Use Managed Identity / sslmode=require in prod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agentic-ai-azure-sk-postgresql</a:t>
            </a:r>
          </a:p>
          <a:p>
            <a:r>
              <a:rPr sz="1600">
                <a:solidFill>
                  <a:srgbClr val="FFFFFF"/>
                </a:solidFill>
              </a:rPr>
              <a:t>Companion · Semantic Kernel + Azure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Back an SK agent skill with a relational database</a:t>
            </a:r>
          </a:p>
          <a:p>
            <a:r>
              <a:rPr sz="1800">
                <a:solidFill>
                  <a:srgbClr val="202020"/>
                </a:solidFill>
              </a:rPr>
              <a:t>Expose a native @kernel_function that reads orders</a:t>
            </a:r>
          </a:p>
          <a:p>
            <a:r>
              <a:rPr sz="1800">
                <a:solidFill>
                  <a:srgbClr val="202020"/>
                </a:solidFill>
              </a:rPr>
              <a:t>Run offline; swap to Azure PostgreSQL via one env var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Orders Assistant</a:t>
            </a:r>
          </a:p>
          <a:p>
            <a:r>
              <a:rPr sz="1800">
                <a:solidFill>
                  <a:srgbClr val="202020"/>
                </a:solidFill>
              </a:rPr>
              <a:t>Answers 'where is my order ORD-1001?'</a:t>
            </a:r>
          </a:p>
          <a:p>
            <a:r>
              <a:rPr sz="1800">
                <a:solidFill>
                  <a:srgbClr val="202020"/>
                </a:solidFill>
              </a:rPr>
              <a:t>Plugin reads an orders table (status, customer, total)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Extract the order id from the question</a:t>
            </a:r>
          </a:p>
          <a:p>
            <a:r>
              <a:rPr sz="1800">
                <a:solidFill>
                  <a:srgbClr val="202020"/>
                </a:solidFill>
              </a:rPr>
              <a:t>kernel.invoke OrdersPlugin.get_order_status</a:t>
            </a:r>
          </a:p>
          <a:p>
            <a:r>
              <a:rPr sz="1800">
                <a:solidFill>
                  <a:srgbClr val="202020"/>
                </a:solidFill>
              </a:rPr>
              <a:t>Mock: in-memory table | Postgres: SELECT via psycopg</a:t>
            </a:r>
          </a:p>
          <a:p>
            <a:r>
              <a:rPr sz="1800">
                <a:solidFill>
                  <a:srgbClr val="202020"/>
                </a:solidFill>
              </a:rPr>
              <a:t>Return a natural-language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@kernel_function + KernelArguments</a:t>
            </a:r>
          </a:p>
          <a:p>
            <a:r>
              <a:rPr sz="1800">
                <a:solidFill>
                  <a:srgbClr val="202020"/>
                </a:solidFill>
              </a:rPr>
              <a:t>Data accessor branches mock vs psycopg</a:t>
            </a:r>
          </a:p>
          <a:p>
            <a:r>
              <a:rPr sz="1800">
                <a:solidFill>
                  <a:srgbClr val="202020"/>
                </a:solidFill>
              </a:rPr>
              <a:t>POSTGRES_CONNECTION_STRING toggles the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/api/v1/orders/ask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SK plugins are a clean seam to your data</a:t>
            </a:r>
          </a:p>
          <a:p>
            <a:r>
              <a:rPr sz="1800">
                <a:solidFill>
                  <a:srgbClr val="202020"/>
                </a:solidFill>
              </a:rPr>
              <a:t>Keep SQL in the plugin, not the agent</a:t>
            </a:r>
          </a:p>
          <a:p>
            <a:r>
              <a:rPr sz="1800">
                <a:solidFill>
                  <a:srgbClr val="202020"/>
                </a:solidFill>
              </a:rPr>
              <a:t>Use Managed Identity / sslmode=require in 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